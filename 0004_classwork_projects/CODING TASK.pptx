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DM Sans Medium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DFF6E3-E95F-4077-B073-A1DC392F32E7}">
  <a:tblStyle styleId="{0BDFF6E3-E95F-4077-B073-A1DC392F32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DMSans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DM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DMSansMedium-bold.fntdata"/><Relationship Id="rId14" Type="http://schemas.openxmlformats.org/officeDocument/2006/relationships/font" Target="fonts/DMSansMedium-regular.fntdata"/><Relationship Id="rId17" Type="http://schemas.openxmlformats.org/officeDocument/2006/relationships/font" Target="fonts/DMSansMedium-boldItalic.fntdata"/><Relationship Id="rId16" Type="http://schemas.openxmlformats.org/officeDocument/2006/relationships/font" Target="fonts/DMSansMedium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b4b1991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b4b1991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b4b1991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cb4b19914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b4b19914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cb4b19914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b4b19914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cb4b19914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b4b19914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cb4b199141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b4b19914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cb4b199141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CODING TASK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STORY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63" name="Google Shape;263;p44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44"/>
          <p:cNvSpPr txBox="1"/>
          <p:nvPr/>
        </p:nvSpPr>
        <p:spPr>
          <a:xfrm>
            <a:off x="677375" y="1584750"/>
            <a:ext cx="79908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A customer opens a bank account and the bank stores every action (deposit or withdrawal) in a ledger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Your job is to write a program that replays the ledger exactly like a bank would, following the bank’s rules. This is a classic “simulation” problem: you don’t use a clever formula you process rows one by one and update the balance.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CODING TASK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INPUT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0" name="Google Shape;270;p45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45"/>
          <p:cNvSpPr txBox="1"/>
          <p:nvPr/>
        </p:nvSpPr>
        <p:spPr>
          <a:xfrm>
            <a:off x="576600" y="838125"/>
            <a:ext cx="8057100" cy="36558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1) Starting balance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single integer </a:t>
            </a:r>
            <a:r>
              <a:rPr lang="en" sz="1900">
                <a:solidFill>
                  <a:srgbClr val="00FF00"/>
                </a:solidFill>
              </a:rPr>
              <a:t>B</a:t>
            </a:r>
            <a:r>
              <a:rPr lang="en" sz="1900">
                <a:solidFill>
                  <a:schemeClr val="lt1"/>
                </a:solidFill>
              </a:rPr>
              <a:t> is the initial amount of money in the account.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2) Number of transactions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single integer </a:t>
            </a:r>
            <a:r>
              <a:rPr lang="en" sz="1900">
                <a:solidFill>
                  <a:srgbClr val="00FF00"/>
                </a:solidFill>
              </a:rPr>
              <a:t>n</a:t>
            </a:r>
            <a:r>
              <a:rPr lang="en" sz="1900">
                <a:solidFill>
                  <a:schemeClr val="lt1"/>
                </a:solidFill>
              </a:rPr>
              <a:t> is how many ledger rows follow.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3) The ledger table (n rows)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Each row contains: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 letter </a:t>
            </a:r>
            <a:r>
              <a:rPr b="1" lang="en" sz="1900">
                <a:solidFill>
                  <a:srgbClr val="00FF00"/>
                </a:solidFill>
              </a:rPr>
              <a:t>T</a:t>
            </a:r>
            <a:r>
              <a:rPr lang="en" sz="1900">
                <a:solidFill>
                  <a:schemeClr val="lt1"/>
                </a:solidFill>
              </a:rPr>
              <a:t> (transaction type):</a:t>
            </a:r>
            <a:endParaRPr sz="1900">
              <a:solidFill>
                <a:schemeClr val="lt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D</a:t>
            </a:r>
            <a:r>
              <a:rPr lang="en" sz="1900">
                <a:solidFill>
                  <a:schemeClr val="lt1"/>
                </a:solidFill>
              </a:rPr>
              <a:t> = Deposit</a:t>
            </a:r>
            <a:endParaRPr sz="1900">
              <a:solidFill>
                <a:schemeClr val="lt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FF00"/>
                </a:solidFill>
              </a:rPr>
              <a:t>W</a:t>
            </a:r>
            <a:r>
              <a:rPr lang="en" sz="1900">
                <a:solidFill>
                  <a:schemeClr val="lt1"/>
                </a:solidFill>
              </a:rPr>
              <a:t> = Withdrawal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an integer </a:t>
            </a:r>
            <a:r>
              <a:rPr b="1" lang="en" sz="1900">
                <a:solidFill>
                  <a:srgbClr val="00FF00"/>
                </a:solidFill>
              </a:rPr>
              <a:t>A</a:t>
            </a:r>
            <a:r>
              <a:rPr lang="en" sz="1900">
                <a:solidFill>
                  <a:schemeClr val="lt1"/>
                </a:solidFill>
              </a:rPr>
              <a:t> (amount)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So each row looks like: </a:t>
            </a:r>
            <a:r>
              <a:rPr b="1" lang="en" sz="1900">
                <a:solidFill>
                  <a:srgbClr val="00FF00"/>
                </a:solidFill>
              </a:rPr>
              <a:t>T A</a:t>
            </a:r>
            <a:endParaRPr b="1" sz="19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CODING TASK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BANK RULES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7" name="Google Shape;277;p46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46"/>
          <p:cNvSpPr txBox="1"/>
          <p:nvPr/>
        </p:nvSpPr>
        <p:spPr>
          <a:xfrm>
            <a:off x="62400" y="872550"/>
            <a:ext cx="4346400" cy="23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Deposits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the row is</a:t>
            </a:r>
            <a:r>
              <a:rPr b="1" lang="en" sz="1900">
                <a:solidFill>
                  <a:srgbClr val="00FF00"/>
                </a:solidFill>
              </a:rPr>
              <a:t> D A</a:t>
            </a:r>
            <a:r>
              <a:rPr lang="en" sz="1900">
                <a:solidFill>
                  <a:schemeClr val="lt1"/>
                </a:solidFill>
              </a:rPr>
              <a:t>: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bank adds </a:t>
            </a:r>
            <a:r>
              <a:rPr b="1" lang="en" sz="1900">
                <a:solidFill>
                  <a:srgbClr val="00FF00"/>
                </a:solidFill>
              </a:rPr>
              <a:t>A</a:t>
            </a:r>
            <a:r>
              <a:rPr lang="en" sz="1900">
                <a:solidFill>
                  <a:schemeClr val="lt1"/>
                </a:solidFill>
              </a:rPr>
              <a:t> to the balance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 fee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transaction is always accepted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79" name="Google Shape;279;p46"/>
          <p:cNvSpPr txBox="1"/>
          <p:nvPr/>
        </p:nvSpPr>
        <p:spPr>
          <a:xfrm>
            <a:off x="4408800" y="872550"/>
            <a:ext cx="4735200" cy="4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Withdrawals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If the row is </a:t>
            </a:r>
            <a:r>
              <a:rPr b="1" lang="en" sz="1900">
                <a:solidFill>
                  <a:srgbClr val="00FF00"/>
                </a:solidFill>
              </a:rPr>
              <a:t>W A</a:t>
            </a:r>
            <a:r>
              <a:rPr lang="en" sz="1900">
                <a:solidFill>
                  <a:schemeClr val="lt1"/>
                </a:solidFill>
              </a:rPr>
              <a:t>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1 - the bank tries to remove money, but withdrawals have a fixed fee: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FF00"/>
                </a:solidFill>
              </a:rPr>
              <a:t>real cost = A + 2</a:t>
            </a:r>
            <a:endParaRPr sz="19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2 - If the account has enough money to pay that full cost: balance decreases by (A + 2) and transaction is accepted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3 - If the account does not have enough: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transaction is rejected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balance stays the same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rejected counter increases by 1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CODING TASK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OUTPUT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5" name="Google Shape;285;p47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47"/>
          <p:cNvSpPr txBox="1"/>
          <p:nvPr/>
        </p:nvSpPr>
        <p:spPr>
          <a:xfrm>
            <a:off x="543450" y="1377725"/>
            <a:ext cx="80571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Print exactly two lines: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FF00"/>
                </a:solidFill>
              </a:rPr>
              <a:t>Balance: X</a:t>
            </a:r>
            <a:endParaRPr b="1" sz="1900">
              <a:solidFill>
                <a:srgbClr val="00FF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FF00"/>
                </a:solidFill>
              </a:rPr>
              <a:t>Rejected: Y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Where: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FF00"/>
                </a:solidFill>
              </a:rPr>
              <a:t>X</a:t>
            </a:r>
            <a:r>
              <a:rPr lang="en" sz="1900">
                <a:solidFill>
                  <a:schemeClr val="lt1"/>
                </a:solidFill>
              </a:rPr>
              <a:t> = final balance after processing all rows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FF00"/>
                </a:solidFill>
              </a:rPr>
              <a:t>Y</a:t>
            </a:r>
            <a:r>
              <a:rPr lang="en" sz="1900">
                <a:solidFill>
                  <a:schemeClr val="lt1"/>
                </a:solidFill>
              </a:rPr>
              <a:t> = number of rejected withdrawals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CODING TASK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EXAMPLE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2" name="Google Shape;292;p48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48"/>
          <p:cNvSpPr txBox="1"/>
          <p:nvPr/>
        </p:nvSpPr>
        <p:spPr>
          <a:xfrm>
            <a:off x="543450" y="884050"/>
            <a:ext cx="80571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Starting balance: 50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Number</a:t>
            </a:r>
            <a:r>
              <a:rPr lang="en" sz="1900">
                <a:solidFill>
                  <a:schemeClr val="lt1"/>
                </a:solidFill>
              </a:rPr>
              <a:t> of transactions : 8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graphicFrame>
        <p:nvGraphicFramePr>
          <p:cNvPr id="294" name="Google Shape;294;p48"/>
          <p:cNvGraphicFramePr/>
          <p:nvPr/>
        </p:nvGraphicFramePr>
        <p:xfrm>
          <a:off x="711400" y="15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{0BDFF6E3-E95F-4077-B073-A1DC392F32E7}</a:tableStyleId>
              </a:tblPr>
              <a:tblGrid>
                <a:gridCol w="561200"/>
                <a:gridCol w="974525"/>
                <a:gridCol w="1238575"/>
                <a:gridCol w="5348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#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Amount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What happens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20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balance = 50 + 20 = 70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cost = 30+2=32 → 70-32=38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cost = 52, but balance=38 → rejected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balance = 38+10=48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20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cost = 22 → 48-22=26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6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cost = 42, but balance=26 → rejected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7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balance = 26+5=31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8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cost = 15 → 31-15=16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CODING TASK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0" name="Google Shape;300;p49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49"/>
          <p:cNvSpPr txBox="1"/>
          <p:nvPr/>
        </p:nvSpPr>
        <p:spPr>
          <a:xfrm>
            <a:off x="543450" y="1377725"/>
            <a:ext cx="80571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Rejected withdrawals: 2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Final balance: 16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OUTPUT :</a:t>
            </a:r>
            <a:br>
              <a:rPr lang="en" sz="1900">
                <a:solidFill>
                  <a:schemeClr val="lt1"/>
                </a:solidFill>
              </a:rPr>
            </a:br>
            <a:r>
              <a:rPr b="1" lang="en" sz="1900">
                <a:solidFill>
                  <a:srgbClr val="00FF00"/>
                </a:solidFill>
              </a:rPr>
              <a:t>Balance: 16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FF00"/>
                </a:solidFill>
              </a:rPr>
              <a:t>Rejected: 2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