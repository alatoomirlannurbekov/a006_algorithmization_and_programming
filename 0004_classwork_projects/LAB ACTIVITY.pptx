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DM Sans Medium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erriweather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22" Type="http://schemas.openxmlformats.org/officeDocument/2006/relationships/font" Target="fonts/Merriweather-italic.fntdata"/><Relationship Id="rId21" Type="http://schemas.openxmlformats.org/officeDocument/2006/relationships/font" Target="fonts/Merriweather-bold.fntdata"/><Relationship Id="rId24" Type="http://schemas.openxmlformats.org/officeDocument/2006/relationships/font" Target="fonts/DMSans-regular.fntdata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DMSansMedium-bold.fntdata"/><Relationship Id="rId12" Type="http://schemas.openxmlformats.org/officeDocument/2006/relationships/font" Target="fonts/DMSansMedium-regular.fntdata"/><Relationship Id="rId15" Type="http://schemas.openxmlformats.org/officeDocument/2006/relationships/font" Target="fonts/DMSansMedium-boldItalic.fntdata"/><Relationship Id="rId14" Type="http://schemas.openxmlformats.org/officeDocument/2006/relationships/font" Target="fonts/DMSansMedium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b4b1991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cb4b19914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f54517a5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cf54517a5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f54517a5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cf54517a5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f54517a5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cf54517a51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f54517a5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cf54517a51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/>
        </p:nvSpPr>
        <p:spPr>
          <a:xfrm>
            <a:off x="24300" y="52000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ACTIVITY 0000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63" name="Google Shape;263;p44"/>
          <p:cNvCxnSpPr/>
          <p:nvPr/>
        </p:nvCxnSpPr>
        <p:spPr>
          <a:xfrm>
            <a:off x="3154450" y="6124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44"/>
          <p:cNvSpPr txBox="1"/>
          <p:nvPr/>
        </p:nvSpPr>
        <p:spPr>
          <a:xfrm>
            <a:off x="505150" y="2205375"/>
            <a:ext cx="4248000" cy="24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FFFF00"/>
                </a:solidFill>
              </a:rPr>
              <a:t>The program should:</a:t>
            </a:r>
            <a:endParaRPr b="1" sz="1900">
              <a:solidFill>
                <a:srgbClr val="FFFF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Read the number of items bought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Read the price of each item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Calculate the total bill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Apply a 10% discount if the total is more than 500 soms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Print the final amount to pay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65" name="Google Shape;265;p44"/>
          <p:cNvSpPr txBox="1"/>
          <p:nvPr/>
        </p:nvSpPr>
        <p:spPr>
          <a:xfrm>
            <a:off x="576600" y="809875"/>
            <a:ext cx="79908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During lunch break at Ala-Too many students buy several food items such as tea, samsa, salad, or rice meals. The cashier wants a simple program that can quickly calculate the total bill for one student and apply a discount when the order is large enough.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66" name="Google Shape;266;p44"/>
          <p:cNvSpPr txBox="1"/>
          <p:nvPr/>
        </p:nvSpPr>
        <p:spPr>
          <a:xfrm>
            <a:off x="5003050" y="2205375"/>
            <a:ext cx="36447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FFFF00"/>
                </a:solidFill>
              </a:rPr>
              <a:t>Output:</a:t>
            </a:r>
            <a:endParaRPr b="1" sz="19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Total before discount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Discount amount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Final payment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/>
        </p:nvSpPr>
        <p:spPr>
          <a:xfrm>
            <a:off x="24300" y="52000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ACTIVITY 0001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72" name="Google Shape;272;p45"/>
          <p:cNvCxnSpPr/>
          <p:nvPr/>
        </p:nvCxnSpPr>
        <p:spPr>
          <a:xfrm>
            <a:off x="3154450" y="6124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45"/>
          <p:cNvSpPr txBox="1"/>
          <p:nvPr/>
        </p:nvSpPr>
        <p:spPr>
          <a:xfrm>
            <a:off x="401825" y="2170900"/>
            <a:ext cx="4248000" cy="21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00"/>
                </a:solidFill>
              </a:rPr>
              <a:t>The program should:</a:t>
            </a:r>
            <a:endParaRPr b="1" sz="1900">
              <a:solidFill>
                <a:srgbClr val="FFFF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Read the number of returned books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Read the overdue days for each book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Calculate the penalty for each book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74" name="Google Shape;274;p45"/>
          <p:cNvSpPr txBox="1"/>
          <p:nvPr/>
        </p:nvSpPr>
        <p:spPr>
          <a:xfrm>
            <a:off x="576600" y="740975"/>
            <a:ext cx="79908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Ala-Too library lends books to students for limited periods.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Sometimes students return books late, and the librarian must calculate penalties depending on how many days each book is overdue.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Doing this manually for many books takes time, so a program is needed.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75" name="Google Shape;275;p45"/>
          <p:cNvSpPr txBox="1"/>
          <p:nvPr/>
        </p:nvSpPr>
        <p:spPr>
          <a:xfrm>
            <a:off x="5120550" y="3565300"/>
            <a:ext cx="36447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00"/>
                </a:solidFill>
              </a:rPr>
              <a:t>Output:</a:t>
            </a:r>
            <a:endParaRPr b="1" sz="19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F</a:t>
            </a:r>
            <a:r>
              <a:rPr b="1" lang="en" sz="1900">
                <a:solidFill>
                  <a:schemeClr val="lt1"/>
                </a:solidFill>
              </a:rPr>
              <a:t>ine for each book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Total fine for all books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76" name="Google Shape;276;p45"/>
          <p:cNvSpPr txBox="1"/>
          <p:nvPr/>
        </p:nvSpPr>
        <p:spPr>
          <a:xfrm>
            <a:off x="4572000" y="2116625"/>
            <a:ext cx="45477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00"/>
                </a:solidFill>
              </a:rPr>
              <a:t>RULES</a:t>
            </a:r>
            <a:r>
              <a:rPr b="1" lang="en" sz="1900">
                <a:solidFill>
                  <a:srgbClr val="FFFF00"/>
                </a:solidFill>
              </a:rPr>
              <a:t>:</a:t>
            </a:r>
            <a:endParaRPr b="1" sz="19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1. </a:t>
            </a:r>
            <a:r>
              <a:rPr b="1" lang="en" sz="1900">
                <a:solidFill>
                  <a:schemeClr val="lt1"/>
                </a:solidFill>
              </a:rPr>
              <a:t>15 soms for each overdue day</a:t>
            </a:r>
            <a:br>
              <a:rPr b="1" lang="en" sz="1900">
                <a:solidFill>
                  <a:schemeClr val="lt1"/>
                </a:solidFill>
              </a:rPr>
            </a:br>
            <a:r>
              <a:rPr b="1" lang="en" sz="1900">
                <a:solidFill>
                  <a:schemeClr val="lt1"/>
                </a:solidFill>
              </a:rPr>
              <a:t>2. Extra 50 soms if a book is overdue by more than 10 days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/>
        </p:nvSpPr>
        <p:spPr>
          <a:xfrm>
            <a:off x="24300" y="52000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ACTIVITY 0002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82" name="Google Shape;282;p46"/>
          <p:cNvCxnSpPr/>
          <p:nvPr/>
        </p:nvCxnSpPr>
        <p:spPr>
          <a:xfrm>
            <a:off x="3154450" y="6124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46"/>
          <p:cNvSpPr txBox="1"/>
          <p:nvPr/>
        </p:nvSpPr>
        <p:spPr>
          <a:xfrm>
            <a:off x="344425" y="1764025"/>
            <a:ext cx="4248000" cy="28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00"/>
                </a:solidFill>
              </a:rPr>
              <a:t>The program should:</a:t>
            </a:r>
            <a:endParaRPr b="1" sz="1900">
              <a:solidFill>
                <a:srgbClr val="FFFF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Read the number of students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Read each student’s score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Find the highest score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Find the lowest score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Calculate the average score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Count how many students passed and failed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84" name="Google Shape;284;p46"/>
          <p:cNvSpPr txBox="1"/>
          <p:nvPr/>
        </p:nvSpPr>
        <p:spPr>
          <a:xfrm>
            <a:off x="344425" y="740975"/>
            <a:ext cx="86022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After a programming quiz, a teacher wants to quickly review class performance. Instead of checking results one by one, the teacher wants a program that can process all student scores and show the main statistics of the group.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85" name="Google Shape;285;p46"/>
          <p:cNvSpPr txBox="1"/>
          <p:nvPr/>
        </p:nvSpPr>
        <p:spPr>
          <a:xfrm>
            <a:off x="4787600" y="2571750"/>
            <a:ext cx="36447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00"/>
                </a:solidFill>
              </a:rPr>
              <a:t>Output:</a:t>
            </a:r>
            <a:endParaRPr b="1" sz="19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Highest score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Lowest score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Average score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Number of passed students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Number of failed students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86" name="Google Shape;286;p46"/>
          <p:cNvSpPr txBox="1"/>
          <p:nvPr/>
        </p:nvSpPr>
        <p:spPr>
          <a:xfrm>
            <a:off x="4503125" y="1791688"/>
            <a:ext cx="45477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00"/>
                </a:solidFill>
              </a:rPr>
              <a:t>RULES:</a:t>
            </a:r>
            <a:endParaRPr b="1" sz="19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Passing score is 50 or above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/>
        </p:nvSpPr>
        <p:spPr>
          <a:xfrm>
            <a:off x="24300" y="52000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ACTIVITY 0003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92" name="Google Shape;292;p47"/>
          <p:cNvCxnSpPr/>
          <p:nvPr/>
        </p:nvCxnSpPr>
        <p:spPr>
          <a:xfrm>
            <a:off x="3154450" y="6124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47"/>
          <p:cNvSpPr txBox="1"/>
          <p:nvPr/>
        </p:nvSpPr>
        <p:spPr>
          <a:xfrm>
            <a:off x="255125" y="2170900"/>
            <a:ext cx="4248000" cy="21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00"/>
                </a:solidFill>
              </a:rPr>
              <a:t>The program should:</a:t>
            </a:r>
            <a:endParaRPr b="1" sz="1900">
              <a:solidFill>
                <a:srgbClr val="FFFF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Read the number of arriving cars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Read the plate number of each car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Read the driver type: student, teacher, or guest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Separate cars into groups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94" name="Google Shape;294;p47"/>
          <p:cNvSpPr txBox="1"/>
          <p:nvPr/>
        </p:nvSpPr>
        <p:spPr>
          <a:xfrm>
            <a:off x="344425" y="740975"/>
            <a:ext cx="86022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At the university entrance, campus security checks cars entering the parking area.Some cars belong to students and teachers, while others belong to visitors.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Security wants a basic program to separate vehicles that can enter directly from those that need manual approval.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95" name="Google Shape;295;p47"/>
          <p:cNvSpPr txBox="1"/>
          <p:nvPr/>
        </p:nvSpPr>
        <p:spPr>
          <a:xfrm>
            <a:off x="4457200" y="3680075"/>
            <a:ext cx="45477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00"/>
                </a:solidFill>
              </a:rPr>
              <a:t>Output:</a:t>
            </a:r>
            <a:endParaRPr b="1" sz="19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list of allowed cars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list of guest cars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total number in each group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296" name="Google Shape;296;p47"/>
          <p:cNvSpPr txBox="1"/>
          <p:nvPr/>
        </p:nvSpPr>
        <p:spPr>
          <a:xfrm>
            <a:off x="4457200" y="2042363"/>
            <a:ext cx="45477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00"/>
                </a:solidFill>
              </a:rPr>
              <a:t>RULES:</a:t>
            </a:r>
            <a:endParaRPr b="1" sz="1900">
              <a:solidFill>
                <a:srgbClr val="FFFF00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AutoNum type="arabicPeriod"/>
            </a:pPr>
            <a:r>
              <a:rPr b="1" lang="en" sz="1900">
                <a:solidFill>
                  <a:schemeClr val="lt1"/>
                </a:solidFill>
              </a:rPr>
              <a:t>Students and teachers are allowed to enter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AutoNum type="arabicPeriod"/>
            </a:pPr>
            <a:r>
              <a:rPr b="1" lang="en" sz="1900">
                <a:solidFill>
                  <a:schemeClr val="lt1"/>
                </a:solidFill>
              </a:rPr>
              <a:t>Guests must be marked for manual approval</a:t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/>
        </p:nvSpPr>
        <p:spPr>
          <a:xfrm>
            <a:off x="24300" y="52000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ACTIVITY 0004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2" name="Google Shape;302;p48"/>
          <p:cNvCxnSpPr/>
          <p:nvPr/>
        </p:nvCxnSpPr>
        <p:spPr>
          <a:xfrm>
            <a:off x="3154450" y="6124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48"/>
          <p:cNvSpPr txBox="1"/>
          <p:nvPr/>
        </p:nvSpPr>
        <p:spPr>
          <a:xfrm>
            <a:off x="197375" y="1754225"/>
            <a:ext cx="4248000" cy="24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00"/>
                </a:solidFill>
              </a:rPr>
              <a:t>The program should:</a:t>
            </a:r>
            <a:endParaRPr b="1" sz="1900">
              <a:solidFill>
                <a:srgbClr val="FFFF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Reads the number of rooms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Reads each room number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Reads electricity usage for each room</a:t>
            </a:r>
            <a:endParaRPr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900">
                <a:solidFill>
                  <a:schemeClr val="lt1"/>
                </a:solidFill>
              </a:rPr>
              <a:t>Marks the usage level of each room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04" name="Google Shape;304;p48"/>
          <p:cNvSpPr txBox="1"/>
          <p:nvPr/>
        </p:nvSpPr>
        <p:spPr>
          <a:xfrm>
            <a:off x="328300" y="700788"/>
            <a:ext cx="86022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The dormitory administration checks electricity usage every month to see which rooms use normal amounts of energy and which rooms use too much.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A simple program is needed to process room data and prepare a basic report.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305" name="Google Shape;305;p48"/>
          <p:cNvSpPr txBox="1"/>
          <p:nvPr/>
        </p:nvSpPr>
        <p:spPr>
          <a:xfrm>
            <a:off x="4382800" y="2631000"/>
            <a:ext cx="45477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00"/>
                </a:solidFill>
              </a:rPr>
              <a:t>Output:</a:t>
            </a:r>
            <a:endParaRPr b="1" sz="19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room number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electricity usage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usage status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total electricity usage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average usage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number of high usage rooms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306" name="Google Shape;306;p48"/>
          <p:cNvSpPr txBox="1"/>
          <p:nvPr/>
        </p:nvSpPr>
        <p:spPr>
          <a:xfrm>
            <a:off x="4307950" y="1665900"/>
            <a:ext cx="45477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00"/>
                </a:solidFill>
              </a:rPr>
              <a:t>RULES:</a:t>
            </a:r>
            <a:endParaRPr b="1" sz="1900">
              <a:solidFill>
                <a:srgbClr val="FFFF00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AutoNum type="arabicPeriod"/>
            </a:pPr>
            <a:r>
              <a:rPr b="1" lang="en" sz="1900">
                <a:solidFill>
                  <a:schemeClr val="lt1"/>
                </a:solidFill>
              </a:rPr>
              <a:t>more than 300 kWh = High Usage</a:t>
            </a:r>
            <a:endParaRPr b="1" sz="1900">
              <a:solidFill>
                <a:schemeClr val="lt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AutoNum type="arabicPeriod"/>
            </a:pPr>
            <a:r>
              <a:rPr b="1" lang="en" sz="1900">
                <a:solidFill>
                  <a:schemeClr val="lt1"/>
                </a:solidFill>
              </a:rPr>
              <a:t>300 kWh or less = Normal Usage</a:t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